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E76152-91B7-EE8D-5ADA-20D4F8B30141}"/>
              </a:ext>
            </a:extLst>
          </p:cNvPr>
          <p:cNvSpPr/>
          <p:nvPr/>
        </p:nvSpPr>
        <p:spPr>
          <a:xfrm flipH="1">
            <a:off x="5292212" y="186812"/>
            <a:ext cx="1607575" cy="4621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Sales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29B74-B112-1D79-69BA-CB680F21C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06" y="648929"/>
            <a:ext cx="3197698" cy="2607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C00F34-B6A5-A1EA-FD7A-EA840D3EB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06" y="3510117"/>
            <a:ext cx="3197698" cy="2607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BDF773-5455-CE90-6771-2CB91416A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885" y="825511"/>
            <a:ext cx="3626978" cy="52923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FD8CF3-A5D4-BFA8-6AE0-E27520C7F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0179" y="648929"/>
            <a:ext cx="3466615" cy="26077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DABA2C-4954-9920-257B-1F9E032AC0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0179" y="3406879"/>
            <a:ext cx="3466615" cy="271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307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1BC987-2A46-F9CD-A0B0-63B5E68E3A4A}"/>
              </a:ext>
            </a:extLst>
          </p:cNvPr>
          <p:cNvSpPr/>
          <p:nvPr/>
        </p:nvSpPr>
        <p:spPr>
          <a:xfrm>
            <a:off x="2869789" y="235973"/>
            <a:ext cx="6452420" cy="4326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Sales Profit Quantity Discount Relation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5124C-5062-41E3-5F0A-1090B851B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5" y="852949"/>
            <a:ext cx="10097729" cy="51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3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9A326D-4AB6-6A58-76DB-2C459AFA3E4B}"/>
              </a:ext>
            </a:extLst>
          </p:cNvPr>
          <p:cNvSpPr/>
          <p:nvPr/>
        </p:nvSpPr>
        <p:spPr>
          <a:xfrm>
            <a:off x="5170539" y="167147"/>
            <a:ext cx="1850922" cy="4916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Profit Plot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49721-14EE-B068-B7E4-C936C01FB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11" y="1000431"/>
            <a:ext cx="5195874" cy="4857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03E8FD-D387-74E1-0678-4AF8DCC97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316" y="1000431"/>
            <a:ext cx="5067556" cy="485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1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350200-B31A-0D51-5E58-6D085F8C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28" y="1063992"/>
            <a:ext cx="7449914" cy="487469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B0EFC7-5317-79F5-A605-8BB5268A7432}"/>
              </a:ext>
            </a:extLst>
          </p:cNvPr>
          <p:cNvSpPr/>
          <p:nvPr/>
        </p:nvSpPr>
        <p:spPr>
          <a:xfrm>
            <a:off x="5125064" y="417871"/>
            <a:ext cx="1941871" cy="5014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4"/>
                </a:solidFill>
              </a:rPr>
              <a:t>Profit Plot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3204A7-1AE0-FA66-DED1-42B16EFB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924" y="1063992"/>
            <a:ext cx="3163048" cy="487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9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961690-6D03-2243-6553-B1B8D3768A9D}"/>
              </a:ext>
            </a:extLst>
          </p:cNvPr>
          <p:cNvSpPr/>
          <p:nvPr/>
        </p:nvSpPr>
        <p:spPr>
          <a:xfrm>
            <a:off x="4994787" y="265470"/>
            <a:ext cx="2202426" cy="4522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Quantity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DAF4E-CBF7-B6D8-039D-CAED877B5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02" y="916508"/>
            <a:ext cx="5651003" cy="5032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E7A4E2-A415-4EFF-93E1-058FDC074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573" y="916508"/>
            <a:ext cx="4758825" cy="503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39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DAE594-D61B-6738-962C-A1E2BEA9E263}"/>
              </a:ext>
            </a:extLst>
          </p:cNvPr>
          <p:cNvSpPr/>
          <p:nvPr/>
        </p:nvSpPr>
        <p:spPr>
          <a:xfrm>
            <a:off x="4042287" y="167148"/>
            <a:ext cx="4107426" cy="4719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B050"/>
                </a:solidFill>
              </a:rPr>
              <a:t>Profit &amp; Sales Relation 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55430F-CA5F-FBAD-F43F-C271E3874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6" y="845574"/>
            <a:ext cx="10294375" cy="523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8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AF76D7-B8E1-1F43-638F-821C63D85F09}"/>
              </a:ext>
            </a:extLst>
          </p:cNvPr>
          <p:cNvSpPr/>
          <p:nvPr/>
        </p:nvSpPr>
        <p:spPr>
          <a:xfrm>
            <a:off x="4188541" y="226141"/>
            <a:ext cx="3814917" cy="4916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Quantity &amp; Discount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C9D8D-2345-9E95-46F4-16F35BAD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5" y="932290"/>
            <a:ext cx="10097729" cy="514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19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{B874FDDF-1081-4D5E-83AF-BEBB0958EC74}TF229edf6a-8a49-49ee-a0a6-5037052947485fb3ca0c-bc27bf41d645</Template>
  <TotalTime>104</TotalTime>
  <Words>25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tiwari</dc:creator>
  <cp:lastModifiedBy>saurabh tiwari</cp:lastModifiedBy>
  <cp:revision>1</cp:revision>
  <dcterms:created xsi:type="dcterms:W3CDTF">2026-07-02T03:38:34Z</dcterms:created>
  <dcterms:modified xsi:type="dcterms:W3CDTF">2026-07-02T05:23:06Z</dcterms:modified>
</cp:coreProperties>
</file>